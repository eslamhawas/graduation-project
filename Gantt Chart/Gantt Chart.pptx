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E1787-201C-EE91-246E-189951D74F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569EA6-4E6E-BD2B-F1D2-4E3D3E6781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828C6-3655-8850-831F-7517C4BFB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C8E50-E59A-4346-811C-244307CF73F4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C87C4-ED8A-0CB5-28DE-108E08DFF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098A9-EAB5-4E0B-9D2A-C7EC77426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B6E6A-A421-4E28-B7C7-0C56BE2EB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356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82736-7C80-2B46-FBFA-995A8669A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EB89C-09C8-C1F7-38F4-19EB695CC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E0733-E1FC-5A54-B9DE-DA4A83801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C8E50-E59A-4346-811C-244307CF73F4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D1AD7-24FF-C1F9-4E17-B15E6C7FA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9100C-4D36-12F7-45DC-9ECF1FA63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B6E6A-A421-4E28-B7C7-0C56BE2EB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106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F0859-4659-BAA5-F3CB-F73467016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B1B1E-D14D-5819-83CA-8072D3DAC5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4CBA9-062F-7DB8-B0BB-B6124C7E2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C8E50-E59A-4346-811C-244307CF73F4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59FE9-6FF1-359E-9794-BB6155CDA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0356F-5AB9-37E5-D140-B1731D4B2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B6E6A-A421-4E28-B7C7-0C56BE2EB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365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AA5A3-ADA7-F7F2-EDA6-F764CC454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D082B-87E0-DF14-AEFD-170F61AF78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F7A7DD-6E11-57D3-53F3-28496BB46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41FC1A-FB16-447C-2D4D-5F7A17E4C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C8E50-E59A-4346-811C-244307CF73F4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2914DE-A5AB-9EB5-DEC5-AA2E8216D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A2DB9A-49C5-277E-06D0-6C696F2C7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B6E6A-A421-4E28-B7C7-0C56BE2EB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134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B19BF-EB3E-E9D3-AF4D-B80EE3E8A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A976E0-80D5-59A8-F2C7-D74B090CB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7A5643-703D-32E1-523B-F5E25D2999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B62268-9FB3-0F51-6B74-F14074C745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A2D6A8-6394-9C23-E039-7E6F12151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DC0D81-A589-16E0-641E-F19E673B0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C8E50-E59A-4346-811C-244307CF73F4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383623-A7BB-D267-5257-9F8DB792F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C08E3D-D4B8-567C-2304-961DBF00C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B6E6A-A421-4E28-B7C7-0C56BE2EB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915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84C26-0CBB-C9A8-FD41-0C081687E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234F7A-C831-F1D3-72CF-369D8B2EF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C8E50-E59A-4346-811C-244307CF73F4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30BE85-4011-A227-051A-2250650F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267A1-903F-7220-2663-C9492129E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B6E6A-A421-4E28-B7C7-0C56BE2EB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320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AA6B8-56FA-F78B-31D0-F01A1F2AF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57325"/>
            <a:ext cx="10515600" cy="1325562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50CBAA-051A-1F38-B059-6FB7EB31F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C8E50-E59A-4346-811C-244307CF73F4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5D3728-2623-1572-0316-82D0BC613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5936B2-6C77-7A41-A1D8-4ED9A0735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B6E6A-A421-4E28-B7C7-0C56BE2EB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756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085DD-DAFC-D71B-C281-707DC6432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BB733-68DA-1E4C-0B56-C9FB09AAD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53607F-8434-02D7-8B14-A08C2F5018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6BC1A4-7A85-28C7-9DB5-8C3CD0451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C8E50-E59A-4346-811C-244307CF73F4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8F9763-AB51-CFBD-B98B-9BE684B21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B0F1BE-992E-362A-4DE9-D708D53D4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B6E6A-A421-4E28-B7C7-0C56BE2EB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044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36F70-8293-2DBC-DB95-2DCD7F428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E249AB-9BF9-E6E3-8861-C6BD0F1295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92EDF1-EDA0-4792-DBA1-1440DDEEC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CD571B-7071-20A6-E648-76B44C847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C8E50-E59A-4346-811C-244307CF73F4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D0149F-B2DB-ED56-98AA-5468BFA57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D67DC3-8E24-877B-3811-98977EEC5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B6E6A-A421-4E28-B7C7-0C56BE2EB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329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B0429-8ABC-647E-D675-B691997A0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BC93C1-A38A-3B2F-6F28-EE70567FD7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EC698-7703-95C5-CCB9-F21B4375D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C8E50-E59A-4346-811C-244307CF73F4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316DB-D4DC-1161-4835-E0EC49B38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747F7-8BA5-ADAB-8183-C4A5396B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B6E6A-A421-4E28-B7C7-0C56BE2EB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450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4756D4-0B83-E171-217C-5F49BF73B5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6D1481-1515-74A3-5E5A-A7D921BA2B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D2D36-B6DD-30E5-301E-787B39BAB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C8E50-E59A-4346-811C-244307CF73F4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AEAB5-8F87-D38F-1C97-92BECB2D2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53F38-241E-21EA-A309-57F85C2CD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B6E6A-A421-4E28-B7C7-0C56BE2EB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770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71AADA-D3AD-6FC3-3BCB-0DB0BA453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653D0B-FC2B-9D80-D365-6C3DB644CB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044FF-AA70-B580-F948-541AFF13F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FC8E50-E59A-4346-811C-244307CF73F4}" type="datetimeFigureOut">
              <a:rPr lang="en-US" smtClean="0"/>
              <a:t>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D7E9BF-0E3F-6F8A-499C-D5165298C1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0F155-3178-7CF5-9D7E-09968A099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EB6E6A-A421-4E28-B7C7-0C56BE2EB0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724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22BDED1-F12D-C733-E133-927DABBA9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14600"/>
            <a:ext cx="121920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005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2E9CB8"/>
      </a:accent2>
      <a:accent3>
        <a:srgbClr val="E97132"/>
      </a:accent3>
      <a:accent4>
        <a:srgbClr val="196B24"/>
      </a:accent4>
      <a:accent5>
        <a:srgbClr val="4EA72E"/>
      </a:accent5>
      <a:accent6>
        <a:srgbClr val="C80724"/>
      </a:accent6>
      <a:hlink>
        <a:srgbClr val="518B9B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Eslam Sabry</dc:creator>
  <cp:lastModifiedBy>Eslam Sabry</cp:lastModifiedBy>
  <cp:revision>1</cp:revision>
  <dcterms:created xsi:type="dcterms:W3CDTF">2025-01-25T00:01:47Z</dcterms:created>
  <dcterms:modified xsi:type="dcterms:W3CDTF">2025-01-25T00:11:49Z</dcterms:modified>
</cp:coreProperties>
</file>